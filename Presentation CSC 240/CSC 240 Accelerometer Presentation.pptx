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9963E5-3815-4DF3-9A11-F1F10DF3FB61}"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1104033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9963E5-3815-4DF3-9A11-F1F10DF3FB61}"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1156167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9963E5-3815-4DF3-9A11-F1F10DF3FB61}"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1010988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9963E5-3815-4DF3-9A11-F1F10DF3FB61}" type="datetimeFigureOut">
              <a:rPr lang="en-US" smtClean="0"/>
              <a:t>3/13/2018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371103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9963E5-3815-4DF3-9A11-F1F10DF3FB61}" type="datetimeFigureOut">
              <a:rPr lang="en-US" smtClean="0"/>
              <a:t>3/13/2018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2078870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9963E5-3815-4DF3-9A11-F1F10DF3FB61}" type="datetimeFigureOut">
              <a:rPr lang="en-US" smtClean="0"/>
              <a:t>3/13/2018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1788183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9963E5-3815-4DF3-9A11-F1F10DF3FB61}" type="datetimeFigureOut">
              <a:rPr lang="en-US" smtClean="0"/>
              <a:t>3/13/2018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418229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9963E5-3815-4DF3-9A11-F1F10DF3FB61}" type="datetimeFigureOut">
              <a:rPr lang="en-US" smtClean="0"/>
              <a:t>3/13/2018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123445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9963E5-3815-4DF3-9A11-F1F10DF3FB61}" type="datetimeFigureOut">
              <a:rPr lang="en-US" smtClean="0"/>
              <a:t>3/13/2018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364267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9963E5-3815-4DF3-9A11-F1F10DF3FB61}"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3542689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9963E5-3815-4DF3-9A11-F1F10DF3FB61}"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A8AAF-1CF4-4E05-BB10-FE1F015D8DCB}" type="slidenum">
              <a:rPr lang="en-US" smtClean="0"/>
              <a:t>‹#›</a:t>
            </a:fld>
            <a:endParaRPr lang="en-US"/>
          </a:p>
        </p:txBody>
      </p:sp>
    </p:spTree>
    <p:extLst>
      <p:ext uri="{BB962C8B-B14F-4D97-AF65-F5344CB8AC3E}">
        <p14:creationId xmlns:p14="http://schemas.microsoft.com/office/powerpoint/2010/main" val="429933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9963E5-3815-4DF3-9A11-F1F10DF3FB61}" type="datetimeFigureOut">
              <a:rPr lang="en-US" smtClean="0"/>
              <a:t>3/13/2018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8A8AAF-1CF4-4E05-BB10-FE1F015D8DCB}" type="slidenum">
              <a:rPr lang="en-US" smtClean="0"/>
              <a:t>‹#›</a:t>
            </a:fld>
            <a:endParaRPr lang="en-US"/>
          </a:p>
        </p:txBody>
      </p:sp>
    </p:spTree>
    <p:extLst>
      <p:ext uri="{BB962C8B-B14F-4D97-AF65-F5344CB8AC3E}">
        <p14:creationId xmlns:p14="http://schemas.microsoft.com/office/powerpoint/2010/main" val="783311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Accelerometer </a:t>
            </a:r>
            <a:endParaRPr lang="en-US" dirty="0"/>
          </a:p>
        </p:txBody>
      </p:sp>
      <p:sp>
        <p:nvSpPr>
          <p:cNvPr id="3" name="Subtitle 2"/>
          <p:cNvSpPr>
            <a:spLocks noGrp="1"/>
          </p:cNvSpPr>
          <p:nvPr>
            <p:ph type="subTitle" idx="1"/>
          </p:nvPr>
        </p:nvSpPr>
        <p:spPr/>
        <p:txBody>
          <a:bodyPr/>
          <a:lstStyle/>
          <a:p>
            <a:r>
              <a:rPr lang="en-US" dirty="0" smtClean="0"/>
              <a:t>Derick </a:t>
            </a:r>
            <a:r>
              <a:rPr lang="en-US" dirty="0" err="1" smtClean="0"/>
              <a:t>Hansraj</a:t>
            </a:r>
            <a:endParaRPr lang="en-US" dirty="0"/>
          </a:p>
        </p:txBody>
      </p:sp>
    </p:spTree>
    <p:extLst>
      <p:ext uri="{BB962C8B-B14F-4D97-AF65-F5344CB8AC3E}">
        <p14:creationId xmlns:p14="http://schemas.microsoft.com/office/powerpoint/2010/main" val="2234376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You (and your partner if applicable) must research your topic to learn about how this technology can be used in an Android application. You must be able to explain the relevance of this topic, how it might be implemented, show example code, discuss concerns or difficulties one might encounter using it and be able to teach your classmates about the topic.  The presentation must include: o a brief description of the technology (what topic did you choose</a:t>
            </a:r>
            <a:endParaRPr lang="en-US" dirty="0"/>
          </a:p>
        </p:txBody>
      </p:sp>
    </p:spTree>
    <p:extLst>
      <p:ext uri="{BB962C8B-B14F-4D97-AF65-F5344CB8AC3E}">
        <p14:creationId xmlns:p14="http://schemas.microsoft.com/office/powerpoint/2010/main" val="2487072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 o examples of where (in what kind of apps) the technology might be used</a:t>
            </a:r>
          </a:p>
          <a:p>
            <a:endParaRPr lang="en-US" dirty="0"/>
          </a:p>
        </p:txBody>
      </p:sp>
    </p:spTree>
    <p:extLst>
      <p:ext uri="{BB962C8B-B14F-4D97-AF65-F5344CB8AC3E}">
        <p14:creationId xmlns:p14="http://schemas.microsoft.com/office/powerpoint/2010/main" val="2341724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o a discussion of the benefits of the technology, including at least two reasons you might want to use it</a:t>
            </a:r>
            <a:endParaRPr lang="en-US" dirty="0"/>
          </a:p>
        </p:txBody>
      </p:sp>
    </p:spTree>
    <p:extLst>
      <p:ext uri="{BB962C8B-B14F-4D97-AF65-F5344CB8AC3E}">
        <p14:creationId xmlns:p14="http://schemas.microsoft.com/office/powerpoint/2010/main" val="3002614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o a description of any known difficulties (i.e. any roadblocks/constraints that make it difficult to implement the technology, security or performance concerns)</a:t>
            </a:r>
          </a:p>
          <a:p>
            <a:endParaRPr lang="en-US" dirty="0"/>
          </a:p>
        </p:txBody>
      </p:sp>
    </p:spTree>
    <p:extLst>
      <p:ext uri="{BB962C8B-B14F-4D97-AF65-F5344CB8AC3E}">
        <p14:creationId xmlns:p14="http://schemas.microsoft.com/office/powerpoint/2010/main" val="1329424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791259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689497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Words>
  <Application>Microsoft Office PowerPoint</Application>
  <PresentationFormat>Widescreen</PresentationFormat>
  <Paragraphs>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Accelerometer </vt:lpstr>
      <vt:lpstr>PowerPoint Presentation</vt:lpstr>
      <vt:lpstr>PowerPoint Presentation</vt:lpstr>
      <vt:lpstr>PowerPoint Presentation</vt:lpstr>
      <vt:lpstr>PowerPoint Presentation</vt:lpstr>
      <vt:lpstr>PowerPoint Presentation</vt:lpstr>
      <vt:lpstr>PowerPoint Presentation</vt:lpstr>
    </vt:vector>
  </TitlesOfParts>
  <Company>Northwell Health</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Accelerometer </dc:title>
  <dc:creator>Hansraj, Derick</dc:creator>
  <cp:lastModifiedBy>Hansraj, Derick</cp:lastModifiedBy>
  <cp:revision>1</cp:revision>
  <dcterms:created xsi:type="dcterms:W3CDTF">2018-03-13T09:54:50Z</dcterms:created>
  <dcterms:modified xsi:type="dcterms:W3CDTF">2018-03-13T09:55:07Z</dcterms:modified>
</cp:coreProperties>
</file>